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792BD-F3D4-84F0-2468-8D02D1DF7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149F4-B3E7-27A8-4947-E32A7048D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A20687-3B62-B8CA-6629-5180B5DC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5E984B-E69B-885C-B7F5-0B6B529A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7DE14-967F-1F2A-45A7-2343F1EA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77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E8298-851F-B3C3-723F-3E58FBE7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DDE40-3035-7F3B-155D-96162B10A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3EA85F-77EC-9C18-9EA9-69D86643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5ABEAD-FE22-9568-4C95-B724779A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8F1B84-3636-DB43-44F8-8030E588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66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28485-476A-B1C9-E12B-B735765D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F4A070-FCBC-93DC-84D6-48735BE00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1850B5-EB09-74A6-787E-C2635D4C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E9FD80-EF15-3C0A-FC74-B5EB42DE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BBC35D-04F5-0090-6CEF-939C4A9B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78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74C21-6A0D-FBD4-05E3-6CB31611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22F88C-59F4-26CA-A9BE-47F7ACB19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D4A48F-3EDC-4883-EA18-587FA5B1C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7FFDF4-96C6-14F8-B235-FFF4CC407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AAE805-0FCF-234B-7A5E-80DCAD07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BA6176-168E-A0C4-8BDD-EA9882D2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66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23E4D-93B5-1933-C99F-D4609692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F44810-FE3D-C876-BC9D-155B25926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4E5639-158B-90AC-B94C-0E87B3EAF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D8CC48-534F-90CC-6C6A-79523249F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1EBFF8-814E-D914-9BEF-A22BD26CF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C5CFC4-E1B1-CEE2-1C99-6C088450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05B3F3-AD89-8D0C-05C2-D333CD8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58820B-8699-9E66-4FE3-4F3BBECA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2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FA988-7188-84C9-80C2-CD0ACA8B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C5DE0C-323E-B7E0-10FE-6F99B53C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947468-3B22-BA53-3FE9-AA4BC076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ED0386-B0FF-F37B-9D48-84B91B87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37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D0B28F-98A5-AA7E-8164-5952F820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D0BC69-F429-DC3B-D187-D7FA252A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312275-4F22-E359-C211-5F4507CB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48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C5423-6575-8561-0D69-60A6774BF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72CB30-1D24-AC1B-9917-E42CBCB9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3204AF-643A-3124-8EED-D0F1DD642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64C6A8-69C3-E7A8-EB3B-113F4D89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9E8201-4DCE-EF51-7A1E-597CE1D81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E3A313-718E-4B34-4F39-1364BD50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58391-B54A-B715-7315-DBB843BDA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6A297CC-CDE2-FEE2-1F7C-DB1D5B2CE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5C2521-7C1E-6439-7530-D0D89579A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A14EE9-75A6-5850-6FA5-C51E0223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043A94-6BBC-0CC7-F75D-828556F6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84CB3F-66B2-92BB-0765-600FE618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84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EE1AE-1862-0003-91E9-FA8BFEF4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E7F9B4-81B5-82FE-3C8F-DFBCFA9EE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5F1B54-E133-1429-EA77-5816EF57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BD77BA-BA06-DF56-0D38-61131D47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C05EB-29DC-4833-3FB8-6F8AC804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06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BD609-59D0-8817-B187-5948F5C07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8DA42A-DD0D-E949-B68C-1D7BCB376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392F5D-9117-71F3-B13E-A057F2CF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66FD2A-27DD-DCC7-3E35-ACF075AEA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D6BBB5-FE5A-2D3E-B284-16F7B92D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04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0A970-8FC4-E837-C2B2-91F5F74B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459AB2-1E5D-56E9-B0C9-5DF3C331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987856-C07A-58D4-074B-F298E556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861E29-DCF5-E584-C929-87340E59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DD7DE-8B23-8062-29C7-1106C4EB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82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792FE9B-10ED-72BD-F8E3-243D6C42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72D160-FEE6-0E9F-E1FE-442188B88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A2A66A-9D4A-182A-913E-CBBA9B5DF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E5726-0979-448D-BE9C-5467C8A491F1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F97AA-FB00-0AF4-BE41-F38BF05BF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F343F-16F9-4599-720C-36502C705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12C10-50C3-4777-91CC-D71CD724F3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62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EE130-88D7-0DC0-67CE-9AAD56A74F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LogÃ­stica Farma 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A857A3-C245-1491-CEB7-B9E25F9C3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FF25E8-7AEC-F376-6A83-7AA80D085D83}"/>
              </a:ext>
            </a:extLst>
          </p:cNvPr>
          <p:cNvSpPr txBox="1"/>
          <p:nvPr/>
        </p:nvSpPr>
        <p:spPr>
          <a:xfrm>
            <a:off x="1270000" y="3810000"/>
            <a:ext cx="660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/>
              <a:t>GestÃ£o Inteligente de Estoque Hospitalar e FarmacÃªutico</a:t>
            </a:r>
          </a:p>
        </p:txBody>
      </p:sp>
    </p:spTree>
    <p:extLst>
      <p:ext uri="{BB962C8B-B14F-4D97-AF65-F5344CB8AC3E}">
        <p14:creationId xmlns:p14="http://schemas.microsoft.com/office/powerpoint/2010/main" val="193149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9F85B-471B-BC50-3730-56F10AED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Finalidade do Aplicativo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1C474-3D1D-9C70-B71B-C2703EFA0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LogÃ­stica Farma Ã© uma soluÃ§Ã£o para transformar dados logÃ­sticos brutos em inteligÃªncia operacional. Objetivos: ReduÃ§Ã£o de Perdas (FEFO), EficiÃªncia Operacional, Visibilidade 360Âº e SeguranÃ§a do Paciente.</a:t>
            </a:r>
          </a:p>
        </p:txBody>
      </p:sp>
    </p:spTree>
    <p:extLst>
      <p:ext uri="{BB962C8B-B14F-4D97-AF65-F5344CB8AC3E}">
        <p14:creationId xmlns:p14="http://schemas.microsoft.com/office/powerpoint/2010/main" val="3145449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7C51F-B7C1-D941-7277-B71CB537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Insights do Farma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5F5D9E-0709-D641-B287-BA0DCED3A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CoraÃ§Ã£o analÃ­tico do sistema: Giro de estoque, Rupturas Atuais, Heatmap de Validade e Dicas IA Gemini.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41C442-0807-ABA3-2E3D-FB4B789D1E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175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2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C54E7-3C5E-8522-ED38-8EB7F801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Indicadores LogÃ­sticos V2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93393E-5301-6FB6-CC05-C5386251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VisÃ£o profunda sobre a performance logÃ­stia e financeira: Acuracidade, MovimentaÃ§Ã£o Financeira e AnÃ¡lise de Pico.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E1CEC5-8201-9EC8-5140-2B631A1E97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175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0331C-BEA0-224A-D9EE-0F971148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Painel CAF V2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3FA93E-D3EF-2D80-A705-E8491592B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GestÃ£o integrada: Cruzamento de dados de Consumo, Saldo e OC. SugestÃ£o de Compras e Status de Itens.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8A37108-DB33-CC1F-03FE-A22351D46D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175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0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7C72A-BB7E-B5AA-3C07-41A9C7AE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Pedido 24h &amp; Ressuprimento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C6AABB-0F0D-AD2D-156F-BA0A64364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Agilidade no abastecimento: AutomaÃ§Ã£o baseada no consumo real, Saldos Hospitalares e Ressuprimento Inteligente.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4BFE3D-86C2-A92A-3D18-666D8B7889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175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76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0826C-28D2-94DB-8D42-6C07F00A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Rastreio de Falta e SeguranÃ§a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EDA87-F2BB-C0F3-5B97-4B15C29B9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Monitoramento proativo: Dashboard de Ruptura, Dias de Cobertura e AnÃ¡lise de TendÃªncias.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B26314-809B-A715-2E22-7A44DB127E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175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13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0870B-747B-98D7-BBF8-0E4D78C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ConclusÃ£o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203C28-AFB4-8638-3ADD-D441ACBFA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Ferramenta de tomada de decisÃ£o que elimina trabalho manual, garante sustentabilidade financeira e excelÃªncia assistencial.</a:t>
            </a:r>
          </a:p>
        </p:txBody>
      </p:sp>
    </p:spTree>
    <p:extLst>
      <p:ext uri="{BB962C8B-B14F-4D97-AF65-F5344CB8AC3E}">
        <p14:creationId xmlns:p14="http://schemas.microsoft.com/office/powerpoint/2010/main" val="3402229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LogÃ­stica Farma IA</vt:lpstr>
      <vt:lpstr>Finalidade do Aplicativo</vt:lpstr>
      <vt:lpstr>Insights do Farma</vt:lpstr>
      <vt:lpstr>Indicadores LogÃ­sticos V2</vt:lpstr>
      <vt:lpstr>Painel CAF V2</vt:lpstr>
      <vt:lpstr>Pedido 24h &amp; Ressuprimento</vt:lpstr>
      <vt:lpstr>Rastreio de Falta e SeguranÃ§a</vt:lpstr>
      <vt:lpstr>ConclusÃ£o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Pedro Silva</dc:creator>
  <cp:lastModifiedBy>João Pedro Silva</cp:lastModifiedBy>
  <cp:revision>1</cp:revision>
  <dcterms:created xsi:type="dcterms:W3CDTF">2026-03-26T18:54:38Z</dcterms:created>
  <dcterms:modified xsi:type="dcterms:W3CDTF">2026-03-26T18:54:38Z</dcterms:modified>
</cp:coreProperties>
</file>